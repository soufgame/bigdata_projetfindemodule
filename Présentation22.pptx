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SFALI SAAD" userId="deaec7fb-f25e-4932-b46c-583bdd786d0d" providerId="ADAL" clId="{52E0739E-014B-4418-9A0D-9D637DAFC6E9}"/>
    <pc:docChg chg="undo custSel addSld modSld">
      <pc:chgData name="ESSFALI SAAD" userId="deaec7fb-f25e-4932-b46c-583bdd786d0d" providerId="ADAL" clId="{52E0739E-014B-4418-9A0D-9D637DAFC6E9}" dt="2026-01-21T18:14:33.188" v="424" actId="1076"/>
      <pc:docMkLst>
        <pc:docMk/>
      </pc:docMkLst>
      <pc:sldChg chg="addSp delSp modSp mod">
        <pc:chgData name="ESSFALI SAAD" userId="deaec7fb-f25e-4932-b46c-583bdd786d0d" providerId="ADAL" clId="{52E0739E-014B-4418-9A0D-9D637DAFC6E9}" dt="2026-01-20T14:37:16.844" v="314"/>
        <pc:sldMkLst>
          <pc:docMk/>
          <pc:sldMk cId="568838192" sldId="256"/>
        </pc:sldMkLst>
        <pc:spChg chg="add del mod">
          <ac:chgData name="ESSFALI SAAD" userId="deaec7fb-f25e-4932-b46c-583bdd786d0d" providerId="ADAL" clId="{52E0739E-014B-4418-9A0D-9D637DAFC6E9}" dt="2026-01-20T14:19:23.114" v="263" actId="478"/>
          <ac:spMkLst>
            <pc:docMk/>
            <pc:sldMk cId="568838192" sldId="256"/>
            <ac:spMk id="8" creationId="{C653BD82-B6B5-2EA0-92FF-AA756765EDAC}"/>
          </ac:spMkLst>
        </pc:spChg>
        <pc:spChg chg="add mod">
          <ac:chgData name="ESSFALI SAAD" userId="deaec7fb-f25e-4932-b46c-583bdd786d0d" providerId="ADAL" clId="{52E0739E-014B-4418-9A0D-9D637DAFC6E9}" dt="2026-01-20T14:21:40.329" v="281" actId="14100"/>
          <ac:spMkLst>
            <pc:docMk/>
            <pc:sldMk cId="568838192" sldId="256"/>
            <ac:spMk id="9" creationId="{194B3FEC-0960-9C9A-44F7-D06178D40852}"/>
          </ac:spMkLst>
        </pc:spChg>
        <pc:spChg chg="add del mod">
          <ac:chgData name="ESSFALI SAAD" userId="deaec7fb-f25e-4932-b46c-583bdd786d0d" providerId="ADAL" clId="{52E0739E-014B-4418-9A0D-9D637DAFC6E9}" dt="2026-01-20T14:37:16.844" v="314"/>
          <ac:spMkLst>
            <pc:docMk/>
            <pc:sldMk cId="568838192" sldId="256"/>
            <ac:spMk id="10" creationId="{EED02CFB-641C-CDDF-952D-6E29BEE1572C}"/>
          </ac:spMkLst>
        </pc:spChg>
      </pc:sldChg>
      <pc:sldChg chg="addSp delSp modSp mod">
        <pc:chgData name="ESSFALI SAAD" userId="deaec7fb-f25e-4932-b46c-583bdd786d0d" providerId="ADAL" clId="{52E0739E-014B-4418-9A0D-9D637DAFC6E9}" dt="2026-01-20T14:50:56.107" v="410" actId="20577"/>
        <pc:sldMkLst>
          <pc:docMk/>
          <pc:sldMk cId="662125226" sldId="257"/>
        </pc:sldMkLst>
        <pc:spChg chg="mod">
          <ac:chgData name="ESSFALI SAAD" userId="deaec7fb-f25e-4932-b46c-583bdd786d0d" providerId="ADAL" clId="{52E0739E-014B-4418-9A0D-9D637DAFC6E9}" dt="2026-01-20T14:50:56.107" v="410" actId="20577"/>
          <ac:spMkLst>
            <pc:docMk/>
            <pc:sldMk cId="662125226" sldId="257"/>
            <ac:spMk id="3" creationId="{6AB259AE-78FF-89DD-D03B-9EA253BB1B0A}"/>
          </ac:spMkLst>
        </pc:spChg>
        <pc:spChg chg="add del mod">
          <ac:chgData name="ESSFALI SAAD" userId="deaec7fb-f25e-4932-b46c-583bdd786d0d" providerId="ADAL" clId="{52E0739E-014B-4418-9A0D-9D637DAFC6E9}" dt="2026-01-20T14:37:12.888" v="311" actId="478"/>
          <ac:spMkLst>
            <pc:docMk/>
            <pc:sldMk cId="662125226" sldId="257"/>
            <ac:spMk id="4" creationId="{3029B58B-32F4-E3D5-5053-CEF11406C68A}"/>
          </ac:spMkLst>
        </pc:spChg>
      </pc:sldChg>
      <pc:sldChg chg="addSp modSp mod">
        <pc:chgData name="ESSFALI SAAD" userId="deaec7fb-f25e-4932-b46c-583bdd786d0d" providerId="ADAL" clId="{52E0739E-014B-4418-9A0D-9D637DAFC6E9}" dt="2026-01-20T14:46:51.884" v="366" actId="1076"/>
        <pc:sldMkLst>
          <pc:docMk/>
          <pc:sldMk cId="3510999474" sldId="258"/>
        </pc:sldMkLst>
        <pc:spChg chg="mod">
          <ac:chgData name="ESSFALI SAAD" userId="deaec7fb-f25e-4932-b46c-583bdd786d0d" providerId="ADAL" clId="{52E0739E-014B-4418-9A0D-9D637DAFC6E9}" dt="2026-01-20T13:45:31.661" v="186" actId="113"/>
          <ac:spMkLst>
            <pc:docMk/>
            <pc:sldMk cId="3510999474" sldId="258"/>
            <ac:spMk id="4" creationId="{317C1D75-430C-B33D-1472-C25055F37830}"/>
          </ac:spMkLst>
        </pc:spChg>
        <pc:spChg chg="add mod">
          <ac:chgData name="ESSFALI SAAD" userId="deaec7fb-f25e-4932-b46c-583bdd786d0d" providerId="ADAL" clId="{52E0739E-014B-4418-9A0D-9D637DAFC6E9}" dt="2026-01-20T14:26:05.314" v="287"/>
          <ac:spMkLst>
            <pc:docMk/>
            <pc:sldMk cId="3510999474" sldId="258"/>
            <ac:spMk id="10" creationId="{FA8CCE47-7848-AF63-F4C2-BCBCA009BBB5}"/>
          </ac:spMkLst>
        </pc:spChg>
        <pc:picChg chg="add mod">
          <ac:chgData name="ESSFALI SAAD" userId="deaec7fb-f25e-4932-b46c-583bdd786d0d" providerId="ADAL" clId="{52E0739E-014B-4418-9A0D-9D637DAFC6E9}" dt="2026-01-20T14:46:51.884" v="366" actId="1076"/>
          <ac:picMkLst>
            <pc:docMk/>
            <pc:sldMk cId="3510999474" sldId="258"/>
            <ac:picMk id="2050" creationId="{1575681D-9A31-86DB-D116-4C066F50A3C7}"/>
          </ac:picMkLst>
        </pc:picChg>
      </pc:sldChg>
      <pc:sldChg chg="addSp delSp modSp mod">
        <pc:chgData name="ESSFALI SAAD" userId="deaec7fb-f25e-4932-b46c-583bdd786d0d" providerId="ADAL" clId="{52E0739E-014B-4418-9A0D-9D637DAFC6E9}" dt="2026-01-20T14:50:03.225" v="384" actId="14100"/>
        <pc:sldMkLst>
          <pc:docMk/>
          <pc:sldMk cId="776395918" sldId="260"/>
        </pc:sldMkLst>
        <pc:spChg chg="mod">
          <ac:chgData name="ESSFALI SAAD" userId="deaec7fb-f25e-4932-b46c-583bdd786d0d" providerId="ADAL" clId="{52E0739E-014B-4418-9A0D-9D637DAFC6E9}" dt="2026-01-20T13:48:02.164" v="215" actId="255"/>
          <ac:spMkLst>
            <pc:docMk/>
            <pc:sldMk cId="776395918" sldId="260"/>
            <ac:spMk id="3" creationId="{EC66C1AD-3BAE-7C2C-EF69-BB99A86C46E4}"/>
          </ac:spMkLst>
        </pc:spChg>
        <pc:spChg chg="add mod">
          <ac:chgData name="ESSFALI SAAD" userId="deaec7fb-f25e-4932-b46c-583bdd786d0d" providerId="ADAL" clId="{52E0739E-014B-4418-9A0D-9D637DAFC6E9}" dt="2026-01-20T14:26:20.951" v="289" actId="20577"/>
          <ac:spMkLst>
            <pc:docMk/>
            <pc:sldMk cId="776395918" sldId="260"/>
            <ac:spMk id="4" creationId="{E098D0CD-B2CD-663D-0568-DA327029F240}"/>
          </ac:spMkLst>
        </pc:spChg>
        <pc:picChg chg="add mod">
          <ac:chgData name="ESSFALI SAAD" userId="deaec7fb-f25e-4932-b46c-583bdd786d0d" providerId="ADAL" clId="{52E0739E-014B-4418-9A0D-9D637DAFC6E9}" dt="2026-01-20T14:50:03.225" v="384" actId="14100"/>
          <ac:picMkLst>
            <pc:docMk/>
            <pc:sldMk cId="776395918" sldId="260"/>
            <ac:picMk id="6" creationId="{1BE5D739-AE15-4300-3F64-AEFF5A99FE07}"/>
          </ac:picMkLst>
        </pc:picChg>
        <pc:picChg chg="add del mod">
          <ac:chgData name="ESSFALI SAAD" userId="deaec7fb-f25e-4932-b46c-583bdd786d0d" providerId="ADAL" clId="{52E0739E-014B-4418-9A0D-9D637DAFC6E9}" dt="2026-01-20T14:47:00.632" v="370" actId="478"/>
          <ac:picMkLst>
            <pc:docMk/>
            <pc:sldMk cId="776395918" sldId="260"/>
            <ac:picMk id="13314" creationId="{63058E66-D93E-AAD3-2049-EACD6B2BFF45}"/>
          </ac:picMkLst>
        </pc:picChg>
      </pc:sldChg>
      <pc:sldChg chg="addSp delSp modSp mod">
        <pc:chgData name="ESSFALI SAAD" userId="deaec7fb-f25e-4932-b46c-583bdd786d0d" providerId="ADAL" clId="{52E0739E-014B-4418-9A0D-9D637DAFC6E9}" dt="2026-01-20T14:49:34.393" v="378" actId="14100"/>
        <pc:sldMkLst>
          <pc:docMk/>
          <pc:sldMk cId="1685760549" sldId="261"/>
        </pc:sldMkLst>
        <pc:spChg chg="mod">
          <ac:chgData name="ESSFALI SAAD" userId="deaec7fb-f25e-4932-b46c-583bdd786d0d" providerId="ADAL" clId="{52E0739E-014B-4418-9A0D-9D637DAFC6E9}" dt="2026-01-20T13:47:57.257" v="214" actId="255"/>
          <ac:spMkLst>
            <pc:docMk/>
            <pc:sldMk cId="1685760549" sldId="261"/>
            <ac:spMk id="7" creationId="{837AAC92-30C0-80C8-39D9-7B307B58EE4B}"/>
          </ac:spMkLst>
        </pc:spChg>
        <pc:spChg chg="add del">
          <ac:chgData name="ESSFALI SAAD" userId="deaec7fb-f25e-4932-b46c-583bdd786d0d" providerId="ADAL" clId="{52E0739E-014B-4418-9A0D-9D637DAFC6E9}" dt="2026-01-20T14:37:21.549" v="316" actId="22"/>
          <ac:spMkLst>
            <pc:docMk/>
            <pc:sldMk cId="1685760549" sldId="261"/>
            <ac:spMk id="9" creationId="{D5D033A9-00FF-D8EA-213E-42AF2EB6FF10}"/>
          </ac:spMkLst>
        </pc:spChg>
        <pc:spChg chg="add mod">
          <ac:chgData name="ESSFALI SAAD" userId="deaec7fb-f25e-4932-b46c-583bdd786d0d" providerId="ADAL" clId="{52E0739E-014B-4418-9A0D-9D637DAFC6E9}" dt="2026-01-20T14:37:35.832" v="318" actId="20577"/>
          <ac:spMkLst>
            <pc:docMk/>
            <pc:sldMk cId="1685760549" sldId="261"/>
            <ac:spMk id="10" creationId="{426681E2-7A0A-875A-3884-2962450C7ECE}"/>
          </ac:spMkLst>
        </pc:spChg>
        <pc:picChg chg="add mod">
          <ac:chgData name="ESSFALI SAAD" userId="deaec7fb-f25e-4932-b46c-583bdd786d0d" providerId="ADAL" clId="{52E0739E-014B-4418-9A0D-9D637DAFC6E9}" dt="2026-01-20T14:49:34.393" v="378" actId="14100"/>
          <ac:picMkLst>
            <pc:docMk/>
            <pc:sldMk cId="1685760549" sldId="261"/>
            <ac:picMk id="12" creationId="{477310F2-8C44-A63C-3CBD-D24698C809F7}"/>
          </ac:picMkLst>
        </pc:picChg>
      </pc:sldChg>
      <pc:sldChg chg="addSp delSp modSp mod">
        <pc:chgData name="ESSFALI SAAD" userId="deaec7fb-f25e-4932-b46c-583bdd786d0d" providerId="ADAL" clId="{52E0739E-014B-4418-9A0D-9D637DAFC6E9}" dt="2026-01-20T14:51:07.048" v="411" actId="1076"/>
        <pc:sldMkLst>
          <pc:docMk/>
          <pc:sldMk cId="4011731910" sldId="263"/>
        </pc:sldMkLst>
        <pc:spChg chg="del mod">
          <ac:chgData name="ESSFALI SAAD" userId="deaec7fb-f25e-4932-b46c-583bdd786d0d" providerId="ADAL" clId="{52E0739E-014B-4418-9A0D-9D637DAFC6E9}" dt="2026-01-20T13:49:10.691" v="218" actId="478"/>
          <ac:spMkLst>
            <pc:docMk/>
            <pc:sldMk cId="4011731910" sldId="263"/>
            <ac:spMk id="3" creationId="{4A085AF8-0C6A-7B65-74FB-2BE43C985D44}"/>
          </ac:spMkLst>
        </pc:spChg>
        <pc:spChg chg="del">
          <ac:chgData name="ESSFALI SAAD" userId="deaec7fb-f25e-4932-b46c-583bdd786d0d" providerId="ADAL" clId="{52E0739E-014B-4418-9A0D-9D637DAFC6E9}" dt="2026-01-20T13:49:25.042" v="222" actId="478"/>
          <ac:spMkLst>
            <pc:docMk/>
            <pc:sldMk cId="4011731910" sldId="263"/>
            <ac:spMk id="4" creationId="{47FBFF4E-EC61-23B1-8DCC-50F131A6545C}"/>
          </ac:spMkLst>
        </pc:spChg>
        <pc:spChg chg="add del mod">
          <ac:chgData name="ESSFALI SAAD" userId="deaec7fb-f25e-4932-b46c-583bdd786d0d" providerId="ADAL" clId="{52E0739E-014B-4418-9A0D-9D637DAFC6E9}" dt="2026-01-20T13:49:23.971" v="221" actId="478"/>
          <ac:spMkLst>
            <pc:docMk/>
            <pc:sldMk cId="4011731910" sldId="263"/>
            <ac:spMk id="8" creationId="{3E046B21-6CF1-AB1D-A192-982626BCFBAC}"/>
          </ac:spMkLst>
        </pc:spChg>
        <pc:spChg chg="add mod">
          <ac:chgData name="ESSFALI SAAD" userId="deaec7fb-f25e-4932-b46c-583bdd786d0d" providerId="ADAL" clId="{52E0739E-014B-4418-9A0D-9D637DAFC6E9}" dt="2026-01-20T14:37:48.069" v="320" actId="20577"/>
          <ac:spMkLst>
            <pc:docMk/>
            <pc:sldMk cId="4011731910" sldId="263"/>
            <ac:spMk id="11" creationId="{5870A99E-CDF0-2F76-A2C6-29D6687AB72D}"/>
          </ac:spMkLst>
        </pc:spChg>
        <pc:picChg chg="add del mod">
          <ac:chgData name="ESSFALI SAAD" userId="deaec7fb-f25e-4932-b46c-583bdd786d0d" providerId="ADAL" clId="{52E0739E-014B-4418-9A0D-9D637DAFC6E9}" dt="2026-01-20T13:54:37.104" v="224" actId="478"/>
          <ac:picMkLst>
            <pc:docMk/>
            <pc:sldMk cId="4011731910" sldId="263"/>
            <ac:picMk id="6" creationId="{0A744500-82DD-07DC-6497-06E2D3DB075B}"/>
          </ac:picMkLst>
        </pc:picChg>
        <pc:picChg chg="add mod">
          <ac:chgData name="ESSFALI SAAD" userId="deaec7fb-f25e-4932-b46c-583bdd786d0d" providerId="ADAL" clId="{52E0739E-014B-4418-9A0D-9D637DAFC6E9}" dt="2026-01-20T14:51:07.048" v="411" actId="1076"/>
          <ac:picMkLst>
            <pc:docMk/>
            <pc:sldMk cId="4011731910" sldId="263"/>
            <ac:picMk id="10" creationId="{45FAD93D-1906-1388-CAC3-5BF199E889B5}"/>
          </ac:picMkLst>
        </pc:picChg>
      </pc:sldChg>
      <pc:sldChg chg="addSp modSp mod">
        <pc:chgData name="ESSFALI SAAD" userId="deaec7fb-f25e-4932-b46c-583bdd786d0d" providerId="ADAL" clId="{52E0739E-014B-4418-9A0D-9D637DAFC6E9}" dt="2026-01-20T14:38:02.078" v="324" actId="20577"/>
        <pc:sldMkLst>
          <pc:docMk/>
          <pc:sldMk cId="1897982716" sldId="264"/>
        </pc:sldMkLst>
        <pc:spChg chg="mod">
          <ac:chgData name="ESSFALI SAAD" userId="deaec7fb-f25e-4932-b46c-583bdd786d0d" providerId="ADAL" clId="{52E0739E-014B-4418-9A0D-9D637DAFC6E9}" dt="2026-01-20T13:54:51.653" v="230" actId="14100"/>
          <ac:spMkLst>
            <pc:docMk/>
            <pc:sldMk cId="1897982716" sldId="264"/>
            <ac:spMk id="4" creationId="{8A7562D5-4609-8067-C6AE-5F59A0CD85CD}"/>
          </ac:spMkLst>
        </pc:spChg>
        <pc:spChg chg="add mod">
          <ac:chgData name="ESSFALI SAAD" userId="deaec7fb-f25e-4932-b46c-583bdd786d0d" providerId="ADAL" clId="{52E0739E-014B-4418-9A0D-9D637DAFC6E9}" dt="2026-01-20T14:38:02.078" v="324" actId="20577"/>
          <ac:spMkLst>
            <pc:docMk/>
            <pc:sldMk cId="1897982716" sldId="264"/>
            <ac:spMk id="5" creationId="{24FB54B3-A588-D743-221B-EFA9BCFDBC34}"/>
          </ac:spMkLst>
        </pc:spChg>
      </pc:sldChg>
      <pc:sldChg chg="modSp mod">
        <pc:chgData name="ESSFALI SAAD" userId="deaec7fb-f25e-4932-b46c-583bdd786d0d" providerId="ADAL" clId="{52E0739E-014B-4418-9A0D-9D637DAFC6E9}" dt="2026-01-20T14:38:06.467" v="325" actId="1076"/>
        <pc:sldMkLst>
          <pc:docMk/>
          <pc:sldMk cId="2611787900" sldId="265"/>
        </pc:sldMkLst>
        <pc:spChg chg="mod">
          <ac:chgData name="ESSFALI SAAD" userId="deaec7fb-f25e-4932-b46c-583bdd786d0d" providerId="ADAL" clId="{52E0739E-014B-4418-9A0D-9D637DAFC6E9}" dt="2026-01-20T13:46:19.276" v="194" actId="255"/>
          <ac:spMkLst>
            <pc:docMk/>
            <pc:sldMk cId="2611787900" sldId="265"/>
            <ac:spMk id="3" creationId="{0A8C606E-A6FD-5D6A-162A-A3F6F61D3CBA}"/>
          </ac:spMkLst>
        </pc:spChg>
        <pc:spChg chg="mod">
          <ac:chgData name="ESSFALI SAAD" userId="deaec7fb-f25e-4932-b46c-583bdd786d0d" providerId="ADAL" clId="{52E0739E-014B-4418-9A0D-9D637DAFC6E9}" dt="2026-01-20T14:38:06.467" v="325" actId="1076"/>
          <ac:spMkLst>
            <pc:docMk/>
            <pc:sldMk cId="2611787900" sldId="265"/>
            <ac:spMk id="4" creationId="{9D88BEED-0F9D-90C6-9535-5342E0BF9E9A}"/>
          </ac:spMkLst>
        </pc:spChg>
      </pc:sldChg>
      <pc:sldChg chg="addSp modSp mod">
        <pc:chgData name="ESSFALI SAAD" userId="deaec7fb-f25e-4932-b46c-583bdd786d0d" providerId="ADAL" clId="{52E0739E-014B-4418-9A0D-9D637DAFC6E9}" dt="2026-01-20T14:50:29.185" v="388" actId="20577"/>
        <pc:sldMkLst>
          <pc:docMk/>
          <pc:sldMk cId="2544891336" sldId="266"/>
        </pc:sldMkLst>
        <pc:spChg chg="mod">
          <ac:chgData name="ESSFALI SAAD" userId="deaec7fb-f25e-4932-b46c-583bdd786d0d" providerId="ADAL" clId="{52E0739E-014B-4418-9A0D-9D637DAFC6E9}" dt="2026-01-20T13:47:00.311" v="210" actId="1076"/>
          <ac:spMkLst>
            <pc:docMk/>
            <pc:sldMk cId="2544891336" sldId="266"/>
            <ac:spMk id="3" creationId="{4C7272B7-566C-6E99-9BDF-46856FFE8DFF}"/>
          </ac:spMkLst>
        </pc:spChg>
        <pc:spChg chg="add mod">
          <ac:chgData name="ESSFALI SAAD" userId="deaec7fb-f25e-4932-b46c-583bdd786d0d" providerId="ADAL" clId="{52E0739E-014B-4418-9A0D-9D637DAFC6E9}" dt="2026-01-20T14:50:29.185" v="388" actId="20577"/>
          <ac:spMkLst>
            <pc:docMk/>
            <pc:sldMk cId="2544891336" sldId="266"/>
            <ac:spMk id="6" creationId="{DCF8BCEA-6580-7A54-E450-03E503CED0E2}"/>
          </ac:spMkLst>
        </pc:spChg>
        <pc:spChg chg="add mod">
          <ac:chgData name="ESSFALI SAAD" userId="deaec7fb-f25e-4932-b46c-583bdd786d0d" providerId="ADAL" clId="{52E0739E-014B-4418-9A0D-9D637DAFC6E9}" dt="2026-01-20T14:38:13.491" v="327" actId="20577"/>
          <ac:spMkLst>
            <pc:docMk/>
            <pc:sldMk cId="2544891336" sldId="266"/>
            <ac:spMk id="7" creationId="{3A65194C-1DF0-DFB5-ABA2-0EE38A2E8F3B}"/>
          </ac:spMkLst>
        </pc:spChg>
      </pc:sldChg>
      <pc:sldChg chg="addSp modSp mod">
        <pc:chgData name="ESSFALI SAAD" userId="deaec7fb-f25e-4932-b46c-583bdd786d0d" providerId="ADAL" clId="{52E0739E-014B-4418-9A0D-9D637DAFC6E9}" dt="2026-01-20T14:52:15.795" v="412" actId="1076"/>
        <pc:sldMkLst>
          <pc:docMk/>
          <pc:sldMk cId="3151797721" sldId="267"/>
        </pc:sldMkLst>
        <pc:spChg chg="add">
          <ac:chgData name="ESSFALI SAAD" userId="deaec7fb-f25e-4932-b46c-583bdd786d0d" providerId="ADAL" clId="{52E0739E-014B-4418-9A0D-9D637DAFC6E9}" dt="2026-01-20T13:55:56.817" v="232"/>
          <ac:spMkLst>
            <pc:docMk/>
            <pc:sldMk cId="3151797721" sldId="267"/>
            <ac:spMk id="4" creationId="{4E703CE9-F9D2-D4B3-EF1F-E8AB351C07A3}"/>
          </ac:spMkLst>
        </pc:spChg>
        <pc:spChg chg="add mod">
          <ac:chgData name="ESSFALI SAAD" userId="deaec7fb-f25e-4932-b46c-583bdd786d0d" providerId="ADAL" clId="{52E0739E-014B-4418-9A0D-9D637DAFC6E9}" dt="2026-01-20T14:38:22.638" v="330" actId="20577"/>
          <ac:spMkLst>
            <pc:docMk/>
            <pc:sldMk cId="3151797721" sldId="267"/>
            <ac:spMk id="5" creationId="{EAB1DB82-BDD3-3FCD-30FA-85CADDDED9E7}"/>
          </ac:spMkLst>
        </pc:spChg>
        <pc:picChg chg="add mod">
          <ac:chgData name="ESSFALI SAAD" userId="deaec7fb-f25e-4932-b46c-583bdd786d0d" providerId="ADAL" clId="{52E0739E-014B-4418-9A0D-9D637DAFC6E9}" dt="2026-01-20T14:52:15.795" v="412" actId="1076"/>
          <ac:picMkLst>
            <pc:docMk/>
            <pc:sldMk cId="3151797721" sldId="267"/>
            <ac:picMk id="1028" creationId="{73CDF749-7383-9CB0-9578-01DF970BF57B}"/>
          </ac:picMkLst>
        </pc:picChg>
      </pc:sldChg>
      <pc:sldChg chg="addSp modSp mod">
        <pc:chgData name="ESSFALI SAAD" userId="deaec7fb-f25e-4932-b46c-583bdd786d0d" providerId="ADAL" clId="{52E0739E-014B-4418-9A0D-9D637DAFC6E9}" dt="2026-01-20T14:38:41.782" v="333" actId="20577"/>
        <pc:sldMkLst>
          <pc:docMk/>
          <pc:sldMk cId="1504492160" sldId="270"/>
        </pc:sldMkLst>
        <pc:spChg chg="mod">
          <ac:chgData name="ESSFALI SAAD" userId="deaec7fb-f25e-4932-b46c-583bdd786d0d" providerId="ADAL" clId="{52E0739E-014B-4418-9A0D-9D637DAFC6E9}" dt="2026-01-20T13:43:00.311" v="111" actId="255"/>
          <ac:spMkLst>
            <pc:docMk/>
            <pc:sldMk cId="1504492160" sldId="270"/>
            <ac:spMk id="3" creationId="{7976E1A3-C789-FC20-0242-9EC723331880}"/>
          </ac:spMkLst>
        </pc:spChg>
        <pc:spChg chg="add mod">
          <ac:chgData name="ESSFALI SAAD" userId="deaec7fb-f25e-4932-b46c-583bdd786d0d" providerId="ADAL" clId="{52E0739E-014B-4418-9A0D-9D637DAFC6E9}" dt="2026-01-20T14:38:41.782" v="333" actId="20577"/>
          <ac:spMkLst>
            <pc:docMk/>
            <pc:sldMk cId="1504492160" sldId="270"/>
            <ac:spMk id="4" creationId="{C846E1AD-4D41-3029-20BF-EEF922A21751}"/>
          </ac:spMkLst>
        </pc:spChg>
      </pc:sldChg>
      <pc:sldChg chg="addSp modSp mod">
        <pc:chgData name="ESSFALI SAAD" userId="deaec7fb-f25e-4932-b46c-583bdd786d0d" providerId="ADAL" clId="{52E0739E-014B-4418-9A0D-9D637DAFC6E9}" dt="2026-01-20T14:38:46.632" v="336" actId="20577"/>
        <pc:sldMkLst>
          <pc:docMk/>
          <pc:sldMk cId="3262182255" sldId="271"/>
        </pc:sldMkLst>
        <pc:spChg chg="mod">
          <ac:chgData name="ESSFALI SAAD" userId="deaec7fb-f25e-4932-b46c-583bdd786d0d" providerId="ADAL" clId="{52E0739E-014B-4418-9A0D-9D637DAFC6E9}" dt="2026-01-20T13:42:04.600" v="76" actId="2711"/>
          <ac:spMkLst>
            <pc:docMk/>
            <pc:sldMk cId="3262182255" sldId="271"/>
            <ac:spMk id="3" creationId="{BFA68F7A-116A-FF5A-3665-6C37ED856B43}"/>
          </ac:spMkLst>
        </pc:spChg>
        <pc:spChg chg="add mod">
          <ac:chgData name="ESSFALI SAAD" userId="deaec7fb-f25e-4932-b46c-583bdd786d0d" providerId="ADAL" clId="{52E0739E-014B-4418-9A0D-9D637DAFC6E9}" dt="2026-01-20T14:38:46.632" v="336" actId="20577"/>
          <ac:spMkLst>
            <pc:docMk/>
            <pc:sldMk cId="3262182255" sldId="271"/>
            <ac:spMk id="4" creationId="{0C448607-2843-47E6-224D-CF6B51CB68D2}"/>
          </ac:spMkLst>
        </pc:spChg>
      </pc:sldChg>
      <pc:sldChg chg="addSp modSp mod">
        <pc:chgData name="ESSFALI SAAD" userId="deaec7fb-f25e-4932-b46c-583bdd786d0d" providerId="ADAL" clId="{52E0739E-014B-4418-9A0D-9D637DAFC6E9}" dt="2026-01-20T14:38:59.489" v="339" actId="20577"/>
        <pc:sldMkLst>
          <pc:docMk/>
          <pc:sldMk cId="262357676" sldId="272"/>
        </pc:sldMkLst>
        <pc:spChg chg="mod">
          <ac:chgData name="ESSFALI SAAD" userId="deaec7fb-f25e-4932-b46c-583bdd786d0d" providerId="ADAL" clId="{52E0739E-014B-4418-9A0D-9D637DAFC6E9}" dt="2026-01-20T13:40:35.666" v="56" actId="255"/>
          <ac:spMkLst>
            <pc:docMk/>
            <pc:sldMk cId="262357676" sldId="272"/>
            <ac:spMk id="3" creationId="{C029A878-0B97-CD1C-A569-F4F2300BCBC5}"/>
          </ac:spMkLst>
        </pc:spChg>
        <pc:spChg chg="add mod">
          <ac:chgData name="ESSFALI SAAD" userId="deaec7fb-f25e-4932-b46c-583bdd786d0d" providerId="ADAL" clId="{52E0739E-014B-4418-9A0D-9D637DAFC6E9}" dt="2026-01-20T14:38:59.489" v="339" actId="20577"/>
          <ac:spMkLst>
            <pc:docMk/>
            <pc:sldMk cId="262357676" sldId="272"/>
            <ac:spMk id="4" creationId="{8234D56D-67F5-1C4C-5C11-1DC909C55A03}"/>
          </ac:spMkLst>
        </pc:spChg>
      </pc:sldChg>
      <pc:sldChg chg="addSp modSp mod">
        <pc:chgData name="ESSFALI SAAD" userId="deaec7fb-f25e-4932-b46c-583bdd786d0d" providerId="ADAL" clId="{52E0739E-014B-4418-9A0D-9D637DAFC6E9}" dt="2026-01-20T14:39:06.313" v="343" actId="20577"/>
        <pc:sldMkLst>
          <pc:docMk/>
          <pc:sldMk cId="2240510560" sldId="273"/>
        </pc:sldMkLst>
        <pc:spChg chg="mod">
          <ac:chgData name="ESSFALI SAAD" userId="deaec7fb-f25e-4932-b46c-583bdd786d0d" providerId="ADAL" clId="{52E0739E-014B-4418-9A0D-9D637DAFC6E9}" dt="2026-01-20T13:41:35.221" v="74" actId="255"/>
          <ac:spMkLst>
            <pc:docMk/>
            <pc:sldMk cId="2240510560" sldId="273"/>
            <ac:spMk id="3" creationId="{B4514749-578B-8B00-F4EA-C0B7C0D2D43A}"/>
          </ac:spMkLst>
        </pc:spChg>
        <pc:spChg chg="add mod">
          <ac:chgData name="ESSFALI SAAD" userId="deaec7fb-f25e-4932-b46c-583bdd786d0d" providerId="ADAL" clId="{52E0739E-014B-4418-9A0D-9D637DAFC6E9}" dt="2026-01-20T14:39:06.313" v="343" actId="20577"/>
          <ac:spMkLst>
            <pc:docMk/>
            <pc:sldMk cId="2240510560" sldId="273"/>
            <ac:spMk id="4" creationId="{CA713BCA-044F-5240-CAD6-534733223B00}"/>
          </ac:spMkLst>
        </pc:spChg>
      </pc:sldChg>
      <pc:sldChg chg="addSp modSp mod">
        <pc:chgData name="ESSFALI SAAD" userId="deaec7fb-f25e-4932-b46c-583bdd786d0d" providerId="ADAL" clId="{52E0739E-014B-4418-9A0D-9D637DAFC6E9}" dt="2026-01-20T14:39:17.508" v="346" actId="20577"/>
        <pc:sldMkLst>
          <pc:docMk/>
          <pc:sldMk cId="1675771842" sldId="274"/>
        </pc:sldMkLst>
        <pc:spChg chg="mod">
          <ac:chgData name="ESSFALI SAAD" userId="deaec7fb-f25e-4932-b46c-583bdd786d0d" providerId="ADAL" clId="{52E0739E-014B-4418-9A0D-9D637DAFC6E9}" dt="2026-01-20T13:43:24.074" v="112" actId="1076"/>
          <ac:spMkLst>
            <pc:docMk/>
            <pc:sldMk cId="1675771842" sldId="274"/>
            <ac:spMk id="4" creationId="{F6B5229C-3A29-014C-3ACE-B7814F009424}"/>
          </ac:spMkLst>
        </pc:spChg>
        <pc:spChg chg="mod">
          <ac:chgData name="ESSFALI SAAD" userId="deaec7fb-f25e-4932-b46c-583bdd786d0d" providerId="ADAL" clId="{52E0739E-014B-4418-9A0D-9D637DAFC6E9}" dt="2026-01-20T13:39:12.064" v="27" actId="1036"/>
          <ac:spMkLst>
            <pc:docMk/>
            <pc:sldMk cId="1675771842" sldId="274"/>
            <ac:spMk id="5" creationId="{7EEC803E-DD1A-D5F2-4BA4-7467FC44F557}"/>
          </ac:spMkLst>
        </pc:spChg>
        <pc:spChg chg="add mod">
          <ac:chgData name="ESSFALI SAAD" userId="deaec7fb-f25e-4932-b46c-583bdd786d0d" providerId="ADAL" clId="{52E0739E-014B-4418-9A0D-9D637DAFC6E9}" dt="2026-01-20T13:43:48.004" v="139" actId="313"/>
          <ac:spMkLst>
            <pc:docMk/>
            <pc:sldMk cId="1675771842" sldId="274"/>
            <ac:spMk id="7" creationId="{E4747F95-EBF9-3A39-29C7-3F00B53D7299}"/>
          </ac:spMkLst>
        </pc:spChg>
        <pc:spChg chg="add mod">
          <ac:chgData name="ESSFALI SAAD" userId="deaec7fb-f25e-4932-b46c-583bdd786d0d" providerId="ADAL" clId="{52E0739E-014B-4418-9A0D-9D637DAFC6E9}" dt="2026-01-20T14:39:17.508" v="346" actId="20577"/>
          <ac:spMkLst>
            <pc:docMk/>
            <pc:sldMk cId="1675771842" sldId="274"/>
            <ac:spMk id="8" creationId="{8B043996-6349-BF54-410F-C22F0F513EDE}"/>
          </ac:spMkLst>
        </pc:spChg>
      </pc:sldChg>
      <pc:sldChg chg="addSp modSp mod">
        <pc:chgData name="ESSFALI SAAD" userId="deaec7fb-f25e-4932-b46c-583bdd786d0d" providerId="ADAL" clId="{52E0739E-014B-4418-9A0D-9D637DAFC6E9}" dt="2026-01-20T14:39:24.503" v="349" actId="20577"/>
        <pc:sldMkLst>
          <pc:docMk/>
          <pc:sldMk cId="322895308" sldId="275"/>
        </pc:sldMkLst>
        <pc:spChg chg="mod">
          <ac:chgData name="ESSFALI SAAD" userId="deaec7fb-f25e-4932-b46c-583bdd786d0d" providerId="ADAL" clId="{52E0739E-014B-4418-9A0D-9D637DAFC6E9}" dt="2026-01-20T13:44:37.374" v="184" actId="20578"/>
          <ac:spMkLst>
            <pc:docMk/>
            <pc:sldMk cId="322895308" sldId="275"/>
            <ac:spMk id="5" creationId="{7A4A8196-BD26-0AEE-3A65-C924424491FA}"/>
          </ac:spMkLst>
        </pc:spChg>
        <pc:spChg chg="add mod">
          <ac:chgData name="ESSFALI SAAD" userId="deaec7fb-f25e-4932-b46c-583bdd786d0d" providerId="ADAL" clId="{52E0739E-014B-4418-9A0D-9D637DAFC6E9}" dt="2026-01-20T14:39:24.503" v="349" actId="20577"/>
          <ac:spMkLst>
            <pc:docMk/>
            <pc:sldMk cId="322895308" sldId="275"/>
            <ac:spMk id="6" creationId="{F34CE3FD-E86A-0E48-B6A3-926ACA47DBA6}"/>
          </ac:spMkLst>
        </pc:spChg>
      </pc:sldChg>
      <pc:sldChg chg="addSp modSp mod">
        <pc:chgData name="ESSFALI SAAD" userId="deaec7fb-f25e-4932-b46c-583bdd786d0d" providerId="ADAL" clId="{52E0739E-014B-4418-9A0D-9D637DAFC6E9}" dt="2026-01-20T14:39:31.263" v="352" actId="20577"/>
        <pc:sldMkLst>
          <pc:docMk/>
          <pc:sldMk cId="2729988077" sldId="276"/>
        </pc:sldMkLst>
        <pc:spChg chg="add mod">
          <ac:chgData name="ESSFALI SAAD" userId="deaec7fb-f25e-4932-b46c-583bdd786d0d" providerId="ADAL" clId="{52E0739E-014B-4418-9A0D-9D637DAFC6E9}" dt="2026-01-20T14:39:31.263" v="352" actId="20577"/>
          <ac:spMkLst>
            <pc:docMk/>
            <pc:sldMk cId="2729988077" sldId="276"/>
            <ac:spMk id="6" creationId="{2BAFB5DC-FCB2-3451-73EC-7276E6581E03}"/>
          </ac:spMkLst>
        </pc:spChg>
      </pc:sldChg>
      <pc:sldChg chg="addSp modSp mod">
        <pc:chgData name="ESSFALI SAAD" userId="deaec7fb-f25e-4932-b46c-583bdd786d0d" providerId="ADAL" clId="{52E0739E-014B-4418-9A0D-9D637DAFC6E9}" dt="2026-01-20T14:39:38.437" v="355" actId="20577"/>
        <pc:sldMkLst>
          <pc:docMk/>
          <pc:sldMk cId="1271977430" sldId="277"/>
        </pc:sldMkLst>
        <pc:spChg chg="add mod">
          <ac:chgData name="ESSFALI SAAD" userId="deaec7fb-f25e-4932-b46c-583bdd786d0d" providerId="ADAL" clId="{52E0739E-014B-4418-9A0D-9D637DAFC6E9}" dt="2026-01-20T14:39:38.437" v="355" actId="20577"/>
          <ac:spMkLst>
            <pc:docMk/>
            <pc:sldMk cId="1271977430" sldId="277"/>
            <ac:spMk id="6" creationId="{EBEDF3E1-F31C-6ED4-0366-C1F0985681EF}"/>
          </ac:spMkLst>
        </pc:spChg>
      </pc:sldChg>
      <pc:sldChg chg="addSp modSp new mod">
        <pc:chgData name="ESSFALI SAAD" userId="deaec7fb-f25e-4932-b46c-583bdd786d0d" providerId="ADAL" clId="{52E0739E-014B-4418-9A0D-9D637DAFC6E9}" dt="2026-01-20T14:39:47.637" v="358" actId="20577"/>
        <pc:sldMkLst>
          <pc:docMk/>
          <pc:sldMk cId="265776954" sldId="278"/>
        </pc:sldMkLst>
        <pc:spChg chg="mod">
          <ac:chgData name="ESSFALI SAAD" userId="deaec7fb-f25e-4932-b46c-583bdd786d0d" providerId="ADAL" clId="{52E0739E-014B-4418-9A0D-9D637DAFC6E9}" dt="2026-01-20T14:30:26.909" v="292" actId="2711"/>
          <ac:spMkLst>
            <pc:docMk/>
            <pc:sldMk cId="265776954" sldId="278"/>
            <ac:spMk id="2" creationId="{1CEAD2C6-6719-020C-A92C-E11015AFBCC4}"/>
          </ac:spMkLst>
        </pc:spChg>
        <pc:spChg chg="mod">
          <ac:chgData name="ESSFALI SAAD" userId="deaec7fb-f25e-4932-b46c-583bdd786d0d" providerId="ADAL" clId="{52E0739E-014B-4418-9A0D-9D637DAFC6E9}" dt="2026-01-20T14:31:05.476" v="294" actId="2711"/>
          <ac:spMkLst>
            <pc:docMk/>
            <pc:sldMk cId="265776954" sldId="278"/>
            <ac:spMk id="3" creationId="{8F5C083F-3167-1291-C14B-29E92F4F830C}"/>
          </ac:spMkLst>
        </pc:spChg>
        <pc:spChg chg="add mod">
          <ac:chgData name="ESSFALI SAAD" userId="deaec7fb-f25e-4932-b46c-583bdd786d0d" providerId="ADAL" clId="{52E0739E-014B-4418-9A0D-9D637DAFC6E9}" dt="2026-01-20T14:39:47.637" v="358" actId="20577"/>
          <ac:spMkLst>
            <pc:docMk/>
            <pc:sldMk cId="265776954" sldId="278"/>
            <ac:spMk id="4" creationId="{5474BDD7-A78C-0BB1-3B54-1F3A3CFCAFB2}"/>
          </ac:spMkLst>
        </pc:spChg>
      </pc:sldChg>
      <pc:sldChg chg="addSp modSp new mod">
        <pc:chgData name="ESSFALI SAAD" userId="deaec7fb-f25e-4932-b46c-583bdd786d0d" providerId="ADAL" clId="{52E0739E-014B-4418-9A0D-9D637DAFC6E9}" dt="2026-01-20T14:40:01.449" v="361" actId="20577"/>
        <pc:sldMkLst>
          <pc:docMk/>
          <pc:sldMk cId="2041893784" sldId="279"/>
        </pc:sldMkLst>
        <pc:spChg chg="mod">
          <ac:chgData name="ESSFALI SAAD" userId="deaec7fb-f25e-4932-b46c-583bdd786d0d" providerId="ADAL" clId="{52E0739E-014B-4418-9A0D-9D637DAFC6E9}" dt="2026-01-20T14:31:41.726" v="300" actId="2711"/>
          <ac:spMkLst>
            <pc:docMk/>
            <pc:sldMk cId="2041893784" sldId="279"/>
            <ac:spMk id="2" creationId="{CDB1746C-B078-89F8-E76C-45458591E446}"/>
          </ac:spMkLst>
        </pc:spChg>
        <pc:spChg chg="mod">
          <ac:chgData name="ESSFALI SAAD" userId="deaec7fb-f25e-4932-b46c-583bdd786d0d" providerId="ADAL" clId="{52E0739E-014B-4418-9A0D-9D637DAFC6E9}" dt="2026-01-20T14:33:29.358" v="310" actId="20577"/>
          <ac:spMkLst>
            <pc:docMk/>
            <pc:sldMk cId="2041893784" sldId="279"/>
            <ac:spMk id="3" creationId="{30E4C754-9333-60C8-6F01-7839B45F4F5B}"/>
          </ac:spMkLst>
        </pc:spChg>
        <pc:spChg chg="add mod">
          <ac:chgData name="ESSFALI SAAD" userId="deaec7fb-f25e-4932-b46c-583bdd786d0d" providerId="ADAL" clId="{52E0739E-014B-4418-9A0D-9D637DAFC6E9}" dt="2026-01-20T14:40:01.449" v="361" actId="20577"/>
          <ac:spMkLst>
            <pc:docMk/>
            <pc:sldMk cId="2041893784" sldId="279"/>
            <ac:spMk id="4" creationId="{1DF7E9D2-4CD5-313B-449D-80263DAA32D6}"/>
          </ac:spMkLst>
        </pc:spChg>
      </pc:sldChg>
      <pc:sldChg chg="addSp modSp new mod">
        <pc:chgData name="ESSFALI SAAD" userId="deaec7fb-f25e-4932-b46c-583bdd786d0d" providerId="ADAL" clId="{52E0739E-014B-4418-9A0D-9D637DAFC6E9}" dt="2026-01-21T18:14:33.188" v="424" actId="1076"/>
        <pc:sldMkLst>
          <pc:docMk/>
          <pc:sldMk cId="1768018325" sldId="280"/>
        </pc:sldMkLst>
        <pc:picChg chg="add mod">
          <ac:chgData name="ESSFALI SAAD" userId="deaec7fb-f25e-4932-b46c-583bdd786d0d" providerId="ADAL" clId="{52E0739E-014B-4418-9A0D-9D637DAFC6E9}" dt="2026-01-21T18:14:33.188" v="424" actId="1076"/>
          <ac:picMkLst>
            <pc:docMk/>
            <pc:sldMk cId="1768018325" sldId="280"/>
            <ac:picMk id="4" creationId="{E0ABF512-BAA2-3EA0-E5B1-3C47168700F3}"/>
          </ac:picMkLst>
        </pc:picChg>
        <pc:picChg chg="add mod">
          <ac:chgData name="ESSFALI SAAD" userId="deaec7fb-f25e-4932-b46c-583bdd786d0d" providerId="ADAL" clId="{52E0739E-014B-4418-9A0D-9D637DAFC6E9}" dt="2026-01-21T18:14:29.388" v="422" actId="14100"/>
          <ac:picMkLst>
            <pc:docMk/>
            <pc:sldMk cId="1768018325" sldId="280"/>
            <ac:picMk id="5" creationId="{78D86346-AEEE-2CF1-4B05-552325786D0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E3A2A-E14B-490C-8B3F-BA56FF7919CB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57EDD-6759-4D30-BC52-341C446D1E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9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757EDD-6759-4D30-BC52-341C446D1E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45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757EDD-6759-4D30-BC52-341C446D1E3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89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757EDD-6759-4D30-BC52-341C446D1E3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46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9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09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978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37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22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7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24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4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9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94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20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7691D72-0158-462A-B173-DB77BC6558A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D37D847-DA03-4438-A722-0B7AE44C8FDB}" type="slidenum">
              <a:rPr lang="en-US" smtClean="0"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71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 de texte 2">
            <a:extLst>
              <a:ext uri="{FF2B5EF4-FFF2-40B4-BE49-F238E27FC236}">
                <a16:creationId xmlns:a16="http://schemas.microsoft.com/office/drawing/2014/main" id="{2B9F1749-620A-29B9-4EBF-56BD47238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966" y="2211578"/>
            <a:ext cx="7354570" cy="1482598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>
              <a:lnSpc>
                <a:spcPct val="115000"/>
              </a:lnSpc>
              <a:buNone/>
            </a:pPr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 Big Data pour l'Analyse en Temps Réel :</a:t>
            </a:r>
            <a:r>
              <a:rPr lang="fr-FR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Étude de la perception médiatique du remplacement de l'homme par l'IA via News API.</a:t>
            </a:r>
            <a:endParaRPr lang="en-US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Zone de texte 2">
            <a:extLst>
              <a:ext uri="{FF2B5EF4-FFF2-40B4-BE49-F238E27FC236}">
                <a16:creationId xmlns:a16="http://schemas.microsoft.com/office/drawing/2014/main" id="{EC719B87-F6F4-CFFA-2309-9CE9985CA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201" y="1528665"/>
            <a:ext cx="3477260" cy="55372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Rapport de </a:t>
            </a:r>
            <a:r>
              <a:rPr lang="en-US" sz="22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Projet</a:t>
            </a: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BigDatA</a:t>
            </a:r>
            <a:endParaRPr lang="en-US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 5" descr="iSMAGi – Institut Supérieur de Management d'Administration et de Génie  Informatique - ismagi">
            <a:extLst>
              <a:ext uri="{FF2B5EF4-FFF2-40B4-BE49-F238E27FC236}">
                <a16:creationId xmlns:a16="http://schemas.microsoft.com/office/drawing/2014/main" id="{3E0AA436-7A77-441F-4DCF-D45774BDA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724" y="229051"/>
            <a:ext cx="4006215" cy="115379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Zone de texte 2">
            <a:extLst>
              <a:ext uri="{FF2B5EF4-FFF2-40B4-BE49-F238E27FC236}">
                <a16:creationId xmlns:a16="http://schemas.microsoft.com/office/drawing/2014/main" id="{BF0D5C4D-066E-FB92-B0EF-BB9E3787B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966" y="4626928"/>
            <a:ext cx="2498090" cy="126174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>
              <a:lnSpc>
                <a:spcPct val="115000"/>
              </a:lnSpc>
              <a:buNone/>
            </a:pP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Réalisé par :</a:t>
            </a:r>
            <a:endParaRPr lang="en-US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Saad ESSFALI</a:t>
            </a:r>
            <a:endParaRPr lang="en-US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Soufiane NHAILA</a:t>
            </a:r>
            <a:endParaRPr lang="en-US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Amine BOUANANI</a:t>
            </a:r>
          </a:p>
          <a:p>
            <a:pPr algn="just">
              <a:lnSpc>
                <a:spcPct val="115000"/>
              </a:lnSpc>
              <a:buNone/>
            </a:pPr>
            <a:r>
              <a:rPr lang="en-US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Pape MAGUETTE</a:t>
            </a:r>
          </a:p>
        </p:txBody>
      </p:sp>
      <p:sp>
        <p:nvSpPr>
          <p:cNvPr id="9" name="Zone de texte 2">
            <a:extLst>
              <a:ext uri="{FF2B5EF4-FFF2-40B4-BE49-F238E27FC236}">
                <a16:creationId xmlns:a16="http://schemas.microsoft.com/office/drawing/2014/main" id="{194B3FEC-0960-9C9A-44F7-D06178D40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894" y="4779328"/>
            <a:ext cx="3157642" cy="126174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>
              <a:lnSpc>
                <a:spcPct val="115000"/>
              </a:lnSpc>
              <a:buNone/>
            </a:pP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Encadre  par :</a:t>
            </a:r>
            <a:endParaRPr lang="en-US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buNone/>
            </a:pPr>
            <a:r>
              <a:rPr lang="fr-FR" sz="1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Dr. </a:t>
            </a:r>
            <a:r>
              <a:rPr lang="es-ES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MADANI EL ALAMI Yasser</a:t>
            </a:r>
            <a:endParaRPr lang="en-US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83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6B16E6-333C-34ED-8A18-E41FBF1AA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B259AE-78FF-89DD-D03B-9EA253BB1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Collecte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 et streaming de données 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 Bold"/>
              </a:rPr>
              <a:t>2.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Nettoyage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 et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Prétraitement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 des Données.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Sentiment &amp; Stance Analysis Component (ML Model)</a:t>
            </a:r>
          </a:p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4.Dashboard </a:t>
            </a:r>
            <a:r>
              <a:rPr 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streamlit</a:t>
            </a: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ea typeface="Times New Roman MT Condensed"/>
              <a:cs typeface="Times New Roman" panose="02020603050405020304" pitchFamily="18" charset="0"/>
              <a:sym typeface="Times New Roman MT Condensed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12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1028C6-B174-97DD-DFA8-59E11363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Collecte</a:t>
            </a:r>
            <a: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et streaming de données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C1D75-430C-B33D-1472-C25055F378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7280" y="1845734"/>
            <a:ext cx="10058400" cy="120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20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(Source) 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500B1FB-7DB2-BA13-E37C-8EDF396BB42E}"/>
              </a:ext>
            </a:extLst>
          </p:cNvPr>
          <p:cNvSpPr txBox="1"/>
          <p:nvPr/>
        </p:nvSpPr>
        <p:spPr>
          <a:xfrm>
            <a:off x="-336884" y="2397247"/>
            <a:ext cx="6432884" cy="608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de la </a:t>
            </a:r>
            <a:r>
              <a:rPr lang="en-US" sz="1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Collecte</a:t>
            </a:r>
            <a:endParaRPr lang="en-US" sz="1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7235FB-B401-8EE7-F992-1A19377AF26E}"/>
              </a:ext>
            </a:extLst>
          </p:cNvPr>
          <p:cNvSpPr txBox="1"/>
          <p:nvPr/>
        </p:nvSpPr>
        <p:spPr>
          <a:xfrm>
            <a:off x="998220" y="3159118"/>
            <a:ext cx="10256520" cy="2448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Script Python + </a:t>
            </a:r>
            <a:r>
              <a:rPr lang="en-US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NewsAPI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Filtre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"AI jobs", "automation", "future of work" (30 </a:t>
            </a:r>
            <a:r>
              <a:rPr lang="en-US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jours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glissants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 source : CSV (ai_vs_human_news.csv).</a:t>
            </a:r>
          </a:p>
          <a:p>
            <a:pPr algn="l">
              <a:lnSpc>
                <a:spcPts val="4759"/>
              </a:lnSpc>
            </a:pPr>
            <a:endParaRPr lang="en-US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A8CCE47-7848-AF63-F4C2-BCBCA009BBB5}"/>
              </a:ext>
            </a:extLst>
          </p:cNvPr>
          <p:cNvSpPr txBox="1"/>
          <p:nvPr/>
        </p:nvSpPr>
        <p:spPr>
          <a:xfrm>
            <a:off x="1162202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</a:t>
            </a:r>
            <a:endParaRPr lang="en-US" dirty="0"/>
          </a:p>
        </p:txBody>
      </p:sp>
      <p:pic>
        <p:nvPicPr>
          <p:cNvPr id="2050" name="Picture 2" descr="News API | Automate data flows with Databar">
            <a:extLst>
              <a:ext uri="{FF2B5EF4-FFF2-40B4-BE49-F238E27FC236}">
                <a16:creationId xmlns:a16="http://schemas.microsoft.com/office/drawing/2014/main" id="{1575681D-9A31-86DB-D116-4C066F50A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048" y="1737360"/>
            <a:ext cx="2970276" cy="2970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999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CDAAAA-D055-F109-DAC8-4CFF53C6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Collecte</a:t>
            </a:r>
            <a: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et streaming de données 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66C1AD-3BAE-7C2C-EF69-BB99A86C4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7029" lvl="1" indent="0">
              <a:lnSpc>
                <a:spcPts val="4759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Le Producer :</a:t>
            </a:r>
          </a:p>
          <a:p>
            <a:pPr>
              <a:lnSpc>
                <a:spcPts val="4759"/>
              </a:lnSpc>
            </a:pP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 le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fichier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source (ai_vs_human_news.csv).</a:t>
            </a:r>
          </a:p>
          <a:p>
            <a:pPr>
              <a:lnSpc>
                <a:spcPts val="4759"/>
              </a:lnSpc>
            </a:pP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Publie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chaque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article vers le topic Kafka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news_articles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>
              <a:lnSpc>
                <a:spcPts val="4759"/>
              </a:lnSpc>
            </a:pP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Simule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 flux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réel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avec un 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délai</a:t>
            </a:r>
            <a:r>
              <a:rPr lang="en-US" sz="1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0.5s</a:t>
            </a:r>
            <a:endParaRPr lang="en-US" sz="18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098D0CD-B2CD-663D-0568-DA327029F240}"/>
              </a:ext>
            </a:extLst>
          </p:cNvPr>
          <p:cNvSpPr txBox="1"/>
          <p:nvPr/>
        </p:nvSpPr>
        <p:spPr>
          <a:xfrm>
            <a:off x="1162202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</a:t>
            </a:r>
            <a:endParaRPr lang="en-US" dirty="0"/>
          </a:p>
        </p:txBody>
      </p:sp>
      <p:pic>
        <p:nvPicPr>
          <p:cNvPr id="6" name="Image 5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1BE5D739-AE15-4300-3F64-AEFF5A9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463" y="2112264"/>
            <a:ext cx="3685218" cy="386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D4CFCB-9E9A-8908-2697-0DFC94D5B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Collecte</a:t>
            </a:r>
            <a:r>
              <a:rPr lang="en-US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et streaming de données </a:t>
            </a:r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37AAC92-30C0-80C8-39D9-7B307B58EE4B}"/>
              </a:ext>
            </a:extLst>
          </p:cNvPr>
          <p:cNvSpPr txBox="1"/>
          <p:nvPr/>
        </p:nvSpPr>
        <p:spPr>
          <a:xfrm>
            <a:off x="1097280" y="2025485"/>
            <a:ext cx="10058400" cy="243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7029" lvl="1" algn="l">
              <a:lnSpc>
                <a:spcPts val="4759"/>
              </a:lnSpc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Le Consumer &amp; Stockage :</a:t>
            </a:r>
          </a:p>
          <a:p>
            <a:pPr algn="l">
              <a:lnSpc>
                <a:spcPts val="4759"/>
              </a:lnSpc>
            </a:pPr>
            <a:r>
              <a:rPr lang="en-US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Consomme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les messages du topic Kafka.</a:t>
            </a:r>
          </a:p>
          <a:p>
            <a:pPr algn="l">
              <a:lnSpc>
                <a:spcPts val="4759"/>
              </a:lnSpc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Stocke les documents dans la collection </a:t>
            </a:r>
            <a:r>
              <a:rPr lang="en-US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raw_articles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(Base </a:t>
            </a:r>
            <a:r>
              <a:rPr lang="en-US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news_db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  <a:p>
            <a:pPr algn="l">
              <a:lnSpc>
                <a:spcPts val="4759"/>
              </a:lnSpc>
            </a:pP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 : JSON avec </a:t>
            </a:r>
            <a:r>
              <a:rPr lang="en-US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traçabilité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ingested_at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26681E2-7A0A-875A-3884-2962450C7ECE}"/>
              </a:ext>
            </a:extLst>
          </p:cNvPr>
          <p:cNvSpPr txBox="1"/>
          <p:nvPr/>
        </p:nvSpPr>
        <p:spPr>
          <a:xfrm>
            <a:off x="1162202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3</a:t>
            </a:r>
            <a:endParaRPr lang="en-US" dirty="0"/>
          </a:p>
        </p:txBody>
      </p:sp>
      <p:pic>
        <p:nvPicPr>
          <p:cNvPr id="12" name="Image 11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477310F2-8C44-A63C-3CBD-D24698C80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156" y="1920240"/>
            <a:ext cx="3390947" cy="320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60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B5FC92-338E-9A06-E81F-D0579070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7764E019-5231-2C29-924F-90F4D3DB310C}"/>
              </a:ext>
            </a:extLst>
          </p:cNvPr>
          <p:cNvSpPr/>
          <p:nvPr/>
        </p:nvSpPr>
        <p:spPr>
          <a:xfrm>
            <a:off x="304120" y="0"/>
            <a:ext cx="11301259" cy="2952454"/>
          </a:xfrm>
          <a:custGeom>
            <a:avLst/>
            <a:gdLst/>
            <a:ahLst/>
            <a:cxnLst/>
            <a:rect l="l" t="t" r="r" b="b"/>
            <a:pathLst>
              <a:path w="11301259" h="2952454">
                <a:moveTo>
                  <a:pt x="0" y="0"/>
                </a:moveTo>
                <a:lnTo>
                  <a:pt x="11301259" y="0"/>
                </a:lnTo>
                <a:lnTo>
                  <a:pt x="11301259" y="2952454"/>
                </a:lnTo>
                <a:lnTo>
                  <a:pt x="0" y="2952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3F95958C-F6C1-ED0C-F5CF-3114CCFA5AE6}"/>
              </a:ext>
            </a:extLst>
          </p:cNvPr>
          <p:cNvSpPr/>
          <p:nvPr/>
        </p:nvSpPr>
        <p:spPr>
          <a:xfrm>
            <a:off x="304120" y="3321000"/>
            <a:ext cx="11583759" cy="3040737"/>
          </a:xfrm>
          <a:custGeom>
            <a:avLst/>
            <a:gdLst/>
            <a:ahLst/>
            <a:cxnLst/>
            <a:rect l="l" t="t" r="r" b="b"/>
            <a:pathLst>
              <a:path w="11583759" h="3040737">
                <a:moveTo>
                  <a:pt x="0" y="0"/>
                </a:moveTo>
                <a:lnTo>
                  <a:pt x="11583759" y="0"/>
                </a:lnTo>
                <a:lnTo>
                  <a:pt x="11583759" y="3040737"/>
                </a:lnTo>
                <a:lnTo>
                  <a:pt x="0" y="3040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7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5DE16-978D-B7B2-49C4-A1E4F98A6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4F1A98-FA56-94BF-8F5C-FDA41BF6D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6CC1A79E-9F45-AE67-5178-17C1C1F9C440}"/>
              </a:ext>
            </a:extLst>
          </p:cNvPr>
          <p:cNvSpPr/>
          <p:nvPr/>
        </p:nvSpPr>
        <p:spPr>
          <a:xfrm>
            <a:off x="653918" y="207997"/>
            <a:ext cx="11301259" cy="3418631"/>
          </a:xfrm>
          <a:custGeom>
            <a:avLst/>
            <a:gdLst/>
            <a:ahLst/>
            <a:cxnLst/>
            <a:rect l="l" t="t" r="r" b="b"/>
            <a:pathLst>
              <a:path w="11301259" h="3418631">
                <a:moveTo>
                  <a:pt x="0" y="0"/>
                </a:moveTo>
                <a:lnTo>
                  <a:pt x="11301259" y="0"/>
                </a:lnTo>
                <a:lnTo>
                  <a:pt x="11301259" y="3418631"/>
                </a:lnTo>
                <a:lnTo>
                  <a:pt x="0" y="341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48A998FA-9E5C-F940-7162-CA6E03689987}"/>
              </a:ext>
            </a:extLst>
          </p:cNvPr>
          <p:cNvSpPr/>
          <p:nvPr/>
        </p:nvSpPr>
        <p:spPr>
          <a:xfrm>
            <a:off x="3214588" y="4039299"/>
            <a:ext cx="4234602" cy="1417124"/>
          </a:xfrm>
          <a:custGeom>
            <a:avLst/>
            <a:gdLst/>
            <a:ahLst/>
            <a:cxnLst/>
            <a:rect l="l" t="t" r="r" b="b"/>
            <a:pathLst>
              <a:path w="4234602" h="1417124">
                <a:moveTo>
                  <a:pt x="0" y="0"/>
                </a:moveTo>
                <a:lnTo>
                  <a:pt x="4234602" y="0"/>
                </a:lnTo>
                <a:lnTo>
                  <a:pt x="4234602" y="1417124"/>
                </a:lnTo>
                <a:lnTo>
                  <a:pt x="0" y="1417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55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4A699B-F598-CAD2-A2A8-22A3A38A4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Nettoyage</a:t>
            </a:r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et </a:t>
            </a:r>
            <a:r>
              <a:rPr lang="en-US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Prétraitement</a:t>
            </a:r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des Données.</a:t>
            </a:r>
            <a:endParaRPr lang="en-US" dirty="0"/>
          </a:p>
        </p:txBody>
      </p:sp>
      <p:pic>
        <p:nvPicPr>
          <p:cNvPr id="10" name="Image 9" descr="Une image contenant texte, Police, logo, instrument de mesure rigide&#10;&#10;Le contenu généré par l’IA peut être incorrect.">
            <a:extLst>
              <a:ext uri="{FF2B5EF4-FFF2-40B4-BE49-F238E27FC236}">
                <a16:creationId xmlns:a16="http://schemas.microsoft.com/office/drawing/2014/main" id="{45FAD93D-1906-1388-CAC3-5BF199E88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82" y="2223434"/>
            <a:ext cx="10989413" cy="280145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870A99E-CDF0-2F76-A2C6-29D6687AB72D}"/>
              </a:ext>
            </a:extLst>
          </p:cNvPr>
          <p:cNvSpPr txBox="1"/>
          <p:nvPr/>
        </p:nvSpPr>
        <p:spPr>
          <a:xfrm>
            <a:off x="1162202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73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385F02-9759-B71C-BE7A-BD3B326C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Nettoyage</a:t>
            </a:r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et </a:t>
            </a:r>
            <a:r>
              <a:rPr lang="en-US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Prétraitement</a:t>
            </a:r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des Données.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25A5C4-737D-F07C-AAF9-68E6E51D1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656832" cy="410701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1.Nettoyage des Données (cleaner.py)</a:t>
            </a:r>
          </a:p>
          <a:p>
            <a:pPr marL="830295" lvl="1" indent="-415147">
              <a:lnSpc>
                <a:spcPts val="5384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But :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Éliminer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les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éléments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perturbateurs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pour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réduire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le bruit.</a:t>
            </a:r>
          </a:p>
          <a:p>
            <a:pPr marL="830295" lvl="1" indent="-415147">
              <a:lnSpc>
                <a:spcPts val="5384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Fonctions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: Suppression des URLs, des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balises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HTML et des emojis.</a:t>
            </a:r>
          </a:p>
          <a:p>
            <a:pPr marL="830295" lvl="1" indent="-415147">
              <a:lnSpc>
                <a:spcPts val="5384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Méthodes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: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remove_urls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(),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remove_html_tags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(),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remove_emojis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().</a:t>
            </a:r>
          </a:p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A7562D5-4609-8067-C6AE-5F59A0CD85CD}"/>
              </a:ext>
            </a:extLst>
          </p:cNvPr>
          <p:cNvSpPr/>
          <p:nvPr/>
        </p:nvSpPr>
        <p:spPr>
          <a:xfrm>
            <a:off x="8029575" y="2143125"/>
            <a:ext cx="4006977" cy="3626419"/>
          </a:xfrm>
          <a:custGeom>
            <a:avLst/>
            <a:gdLst/>
            <a:ahLst/>
            <a:cxnLst/>
            <a:rect l="l" t="t" r="r" b="b"/>
            <a:pathLst>
              <a:path w="7439706" h="5533282">
                <a:moveTo>
                  <a:pt x="0" y="0"/>
                </a:moveTo>
                <a:lnTo>
                  <a:pt x="7439706" y="0"/>
                </a:lnTo>
                <a:lnTo>
                  <a:pt x="7439706" y="5533282"/>
                </a:lnTo>
                <a:lnTo>
                  <a:pt x="0" y="5533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FB54B3-A588-D743-221B-EFA9BCFDBC34}"/>
              </a:ext>
            </a:extLst>
          </p:cNvPr>
          <p:cNvSpPr txBox="1"/>
          <p:nvPr/>
        </p:nvSpPr>
        <p:spPr>
          <a:xfrm>
            <a:off x="1162202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98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47AF15-6813-633F-BF6D-EF877E2A8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Nettoyage</a:t>
            </a:r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et </a:t>
            </a:r>
            <a:r>
              <a:rPr lang="en-US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Prétraitement</a:t>
            </a:r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des Données.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8C606E-A6FD-5D6A-162A-A3F6F61D3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561320" cy="327490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2.Normalisation des </a:t>
            </a:r>
            <a:r>
              <a:rPr lang="en-US" b="1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Textes</a:t>
            </a:r>
            <a:r>
              <a:rPr lang="en-US" b="1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(normalizer.py)</a:t>
            </a:r>
          </a:p>
          <a:p>
            <a:pPr marL="938242" lvl="1" indent="-469121">
              <a:lnSpc>
                <a:spcPts val="6084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Rôle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: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Uniformiser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les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textes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pour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faciliter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le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traitement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algorithmique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.</a:t>
            </a:r>
          </a:p>
          <a:p>
            <a:pPr marL="938242" lvl="1" indent="-469121">
              <a:lnSpc>
                <a:spcPts val="6084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Opérations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: Mise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en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minuscules et suppression de la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ponctuation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, des chiffres et des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espaces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superflus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.</a:t>
            </a:r>
          </a:p>
          <a:p>
            <a:pPr marL="938242" lvl="1" indent="-469121">
              <a:lnSpc>
                <a:spcPts val="6084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Fonction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principale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: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normalize_text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().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D88BEED-0F9D-90C6-9535-5342E0BF9E9A}"/>
              </a:ext>
            </a:extLst>
          </p:cNvPr>
          <p:cNvSpPr/>
          <p:nvPr/>
        </p:nvSpPr>
        <p:spPr>
          <a:xfrm>
            <a:off x="6631172" y="3800287"/>
            <a:ext cx="5323084" cy="2857452"/>
          </a:xfrm>
          <a:custGeom>
            <a:avLst/>
            <a:gdLst/>
            <a:ahLst/>
            <a:cxnLst/>
            <a:rect l="l" t="t" r="r" b="b"/>
            <a:pathLst>
              <a:path w="7159256" h="5217308">
                <a:moveTo>
                  <a:pt x="0" y="0"/>
                </a:moveTo>
                <a:lnTo>
                  <a:pt x="7159256" y="0"/>
                </a:lnTo>
                <a:lnTo>
                  <a:pt x="7159256" y="5217308"/>
                </a:lnTo>
                <a:lnTo>
                  <a:pt x="0" y="5217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87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3A7403-D22B-2C2E-4BE3-1D22DBA1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Nettoyage</a:t>
            </a:r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et </a:t>
            </a:r>
            <a:r>
              <a:rPr lang="en-US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Prétraitement</a:t>
            </a:r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des Données.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7272B7-566C-6E99-9BDF-46856FFE8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7872984" cy="915754"/>
          </a:xfrm>
        </p:spPr>
        <p:txBody>
          <a:bodyPr>
            <a:normAutofit/>
          </a:bodyPr>
          <a:lstStyle/>
          <a:p>
            <a:pPr>
              <a:lnSpc>
                <a:spcPts val="61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2.Prétraitement NLP (nlp_processor.py)</a:t>
            </a:r>
          </a:p>
          <a:p>
            <a:endParaRPr lang="en-US" sz="18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BF5CC117-876C-950C-AFC8-2E3FEF06DD78}"/>
              </a:ext>
            </a:extLst>
          </p:cNvPr>
          <p:cNvSpPr/>
          <p:nvPr/>
        </p:nvSpPr>
        <p:spPr>
          <a:xfrm>
            <a:off x="8074152" y="2049261"/>
            <a:ext cx="3566160" cy="4019648"/>
          </a:xfrm>
          <a:custGeom>
            <a:avLst/>
            <a:gdLst/>
            <a:ahLst/>
            <a:cxnLst/>
            <a:rect l="l" t="t" r="r" b="b"/>
            <a:pathLst>
              <a:path w="8115300" h="7892129">
                <a:moveTo>
                  <a:pt x="0" y="0"/>
                </a:moveTo>
                <a:lnTo>
                  <a:pt x="8115300" y="0"/>
                </a:lnTo>
                <a:lnTo>
                  <a:pt x="8115300" y="7892129"/>
                </a:lnTo>
                <a:lnTo>
                  <a:pt x="0" y="7892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CF8BCEA-6580-7A54-E450-03E503CED0E2}"/>
              </a:ext>
            </a:extLst>
          </p:cNvPr>
          <p:cNvSpPr txBox="1"/>
          <p:nvPr/>
        </p:nvSpPr>
        <p:spPr>
          <a:xfrm>
            <a:off x="715518" y="2605646"/>
            <a:ext cx="6535674" cy="312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49808" lvl="1" indent="-474904">
              <a:lnSpc>
                <a:spcPts val="6159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Outils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: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Utilisation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de la bibliothèque NLTK.</a:t>
            </a:r>
          </a:p>
          <a:p>
            <a:pPr marL="949808" lvl="1" indent="-474904">
              <a:lnSpc>
                <a:spcPts val="6159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Techniques :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Tokenisation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, suppression des mots vides (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stopwords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) et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lemmatisation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.</a:t>
            </a:r>
          </a:p>
          <a:p>
            <a:pPr marL="949808" lvl="1" indent="-474904">
              <a:lnSpc>
                <a:spcPts val="6159"/>
              </a:lnSpc>
              <a:buFont typeface="Arial"/>
              <a:buChar char="•"/>
            </a:pP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Ressources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: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Emploi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punkt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, wordnet et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stopwords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A65194C-1DF0-DFB5-ABA2-0EE38A2E8F3B}"/>
              </a:ext>
            </a:extLst>
          </p:cNvPr>
          <p:cNvSpPr txBox="1"/>
          <p:nvPr/>
        </p:nvSpPr>
        <p:spPr>
          <a:xfrm>
            <a:off x="1162202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891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CCA73C-4CA6-025D-5F56-92612CD5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Nettoyage</a:t>
            </a:r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et </a:t>
            </a:r>
            <a:r>
              <a:rPr lang="en-US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Prétraitement</a:t>
            </a:r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des Données.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521D47-3746-0E49-6070-BC8D4FA42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5804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Orchestration et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Automatisation</a:t>
            </a:r>
            <a:endParaRPr lang="en-US" dirty="0">
              <a:solidFill>
                <a:srgbClr val="000000"/>
              </a:solidFill>
              <a:latin typeface="Times New Roman MT Condensed"/>
              <a:ea typeface="Times New Roman MT Condensed"/>
              <a:cs typeface="Times New Roman MT Condensed"/>
              <a:sym typeface="Times New Roman MT Condensed"/>
            </a:endParaRPr>
          </a:p>
          <a:p>
            <a:pPr>
              <a:lnSpc>
                <a:spcPts val="5804"/>
              </a:lnSpc>
              <a:spcBef>
                <a:spcPct val="0"/>
              </a:spcBef>
            </a:pP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Outil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: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Automatisation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via Apache Airflow.</a:t>
            </a:r>
          </a:p>
          <a:p>
            <a:pPr>
              <a:lnSpc>
                <a:spcPts val="5804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Workflow :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Utilisation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d'un DAG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nommé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preprocessing_pipeline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.</a:t>
            </a:r>
          </a:p>
          <a:p>
            <a:pPr>
              <a:lnSpc>
                <a:spcPts val="5804"/>
              </a:lnSpc>
              <a:spcBef>
                <a:spcPct val="0"/>
              </a:spcBef>
            </a:pP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Fréquence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: Planification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quotidienne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pour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une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logique</a:t>
            </a:r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de production Big Data.</a:t>
            </a:r>
          </a:p>
          <a:p>
            <a:endParaRPr lang="en-US" dirty="0"/>
          </a:p>
        </p:txBody>
      </p:sp>
      <p:sp>
        <p:nvSpPr>
          <p:cNvPr id="4" name="AutoShape 2" descr="Apache Airflow - Wikipedia">
            <a:extLst>
              <a:ext uri="{FF2B5EF4-FFF2-40B4-BE49-F238E27FC236}">
                <a16:creationId xmlns:a16="http://schemas.microsoft.com/office/drawing/2014/main" id="{4E703CE9-F9D2-D4B3-EF1F-E8AB351C07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Apache Airflow - Wikipedia">
            <a:extLst>
              <a:ext uri="{FF2B5EF4-FFF2-40B4-BE49-F238E27FC236}">
                <a16:creationId xmlns:a16="http://schemas.microsoft.com/office/drawing/2014/main" id="{73CDF749-7383-9CB0-9578-01DF970BF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428" y="1992038"/>
            <a:ext cx="3130532" cy="120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AB1DB82-BDD3-3FCD-30FA-85CADDDED9E7}"/>
              </a:ext>
            </a:extLst>
          </p:cNvPr>
          <p:cNvSpPr txBox="1"/>
          <p:nvPr/>
        </p:nvSpPr>
        <p:spPr>
          <a:xfrm>
            <a:off x="1162202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97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DB22DA-A9D2-A767-63BB-DAEA8919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D35011-2883-A5F9-9789-75B9FFD71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 4" descr="Une image contenant texte, logiciel, Icône d’ordinateur, Page web&#10;&#10;Le contenu généré par l’IA peut être incorrect.">
            <a:extLst>
              <a:ext uri="{FF2B5EF4-FFF2-40B4-BE49-F238E27FC236}">
                <a16:creationId xmlns:a16="http://schemas.microsoft.com/office/drawing/2014/main" id="{8F10EF56-CDCC-DAA4-4478-6C12862EB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774"/>
            <a:ext cx="12192000" cy="638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015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BAF632-74F1-5144-190E-4E561669E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D173BC-141B-93D7-2461-EDB38F25A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 4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1ABB8B2F-1CB9-BF76-5815-EE32B91B2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6" y="78298"/>
            <a:ext cx="11974614" cy="617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23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D3CA3F-FC3A-3388-D97E-B820088E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Sentiment &amp; Stance Analysis Component (ML Model)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76E1A3-C789-FC20-0242-9EC723331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08541"/>
            <a:ext cx="10058400" cy="4023360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et objectifs</a:t>
            </a:r>
          </a:p>
          <a:p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Problématique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Comment quantifier l'opinion publique à partir de données</a:t>
            </a:r>
            <a:b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textuelles brutes ?</a:t>
            </a:r>
          </a:p>
          <a:p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Classer automatiquement les données issues de MongoDB en 3</a:t>
            </a:r>
            <a:b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catégories :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Agreed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Neutral, Against.</a:t>
            </a:r>
          </a:p>
          <a:p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Valeur ajoutée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Predicter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éléments qui sont pour et contre 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846E1AD-4D41-3029-20BF-EEF922A21751}"/>
              </a:ext>
            </a:extLst>
          </p:cNvPr>
          <p:cNvSpPr txBox="1"/>
          <p:nvPr/>
        </p:nvSpPr>
        <p:spPr>
          <a:xfrm>
            <a:off x="1162202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492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C26253-2CFD-4113-1277-CBE7CFBD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Sentiment &amp; Stance </a:t>
            </a:r>
            <a:r>
              <a:rPr lang="fr-FR" dirty="0" err="1"/>
              <a:t>Analysis</a:t>
            </a:r>
            <a:r>
              <a:rPr lang="fr-FR" dirty="0"/>
              <a:t> Component (ML Model)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A68F7A-116A-FF5A-3665-6C37ED856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Défi du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Labeling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 Engineering)</a:t>
            </a:r>
          </a:p>
          <a:p>
            <a:endParaRPr lang="fr-FR" dirty="0"/>
          </a:p>
          <a:p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: 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des colonnes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Description et Keywords pour un contexte riche.</a:t>
            </a:r>
          </a:p>
          <a:p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Labeling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Automatisé : 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 l'API Gemini Pro (Silver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Labeling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pour annoter</a:t>
            </a:r>
            <a:b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initial.</a:t>
            </a:r>
          </a:p>
          <a:p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Équilibrage : 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d'un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Oversampling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(400 échantillons par classe) pour éviter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biais du modèle.</a:t>
            </a:r>
          </a:p>
          <a:p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C448607-2843-47E6-224D-CF6B51CB68D2}"/>
              </a:ext>
            </a:extLst>
          </p:cNvPr>
          <p:cNvSpPr txBox="1"/>
          <p:nvPr/>
        </p:nvSpPr>
        <p:spPr>
          <a:xfrm>
            <a:off x="1162202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182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95C1EF-559F-E6C3-84E7-AD895CD2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Sentiment &amp; Stance Analysis Component (ML Model)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29A878-0B97-CD1C-A569-F4F2300BC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Technique :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SetFit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MPNet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&amp; Stance 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Component (ML Model)</a:t>
            </a:r>
          </a:p>
          <a:p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Modèle de base : 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paraphrase-mpnet-base-v2 (le standard mondial pour les</a:t>
            </a:r>
            <a:b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phrases).</a:t>
            </a:r>
            <a:b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</a:t>
            </a:r>
            <a:r>
              <a:rPr lang="fr-F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SetFit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 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Choisi pour son efficacité en Few-Shot Learning (haute précision</a:t>
            </a:r>
            <a:b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avec peu de données).</a:t>
            </a:r>
            <a:b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: 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Passage d'une approche classique à une approche par apprentissage</a:t>
            </a:r>
            <a:b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contrastif.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234D56D-67F5-1C4C-5C11-1DC909C55A03}"/>
              </a:ext>
            </a:extLst>
          </p:cNvPr>
          <p:cNvSpPr txBox="1"/>
          <p:nvPr/>
        </p:nvSpPr>
        <p:spPr>
          <a:xfrm>
            <a:off x="1162202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57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3C2CE4-4F06-F97C-8C5E-005DBAB7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Sentiment &amp; Stance Analysis Component (ML Model)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514749-578B-8B00-F4EA-C0B7C0D2D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Processus d'Entraînement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(Contrastive)</a:t>
            </a: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Apprentissage des nuances de langage (10 itérations par</a:t>
            </a:r>
            <a:b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échantillon).</a:t>
            </a:r>
            <a:b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(Classification)</a:t>
            </a: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Couche de décision finale.</a:t>
            </a:r>
          </a:p>
          <a:p>
            <a:endParaRPr lang="fr-F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Entraînement sur GPU NVIDIA T4 (Google </a:t>
            </a:r>
            <a:r>
              <a:rPr lang="fr-F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fr-F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Hyperparamètres</a:t>
            </a: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: 1 seule époque (vitesse et efficacité), Optimiseur </a:t>
            </a:r>
            <a:r>
              <a:rPr lang="fr-F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A713BCA-044F-5240-CAD6-534733223B00}"/>
              </a:ext>
            </a:extLst>
          </p:cNvPr>
          <p:cNvSpPr txBox="1"/>
          <p:nvPr/>
        </p:nvSpPr>
        <p:spPr>
          <a:xfrm>
            <a:off x="1162202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10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24231B-EF85-501B-3091-C266CE1B6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68008-FBFD-5353-34CB-5637C05C2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6B5229C-3A29-014C-3ACE-B7814F009424}"/>
              </a:ext>
            </a:extLst>
          </p:cNvPr>
          <p:cNvSpPr/>
          <p:nvPr/>
        </p:nvSpPr>
        <p:spPr>
          <a:xfrm>
            <a:off x="244986" y="1665398"/>
            <a:ext cx="5851014" cy="2551933"/>
          </a:xfrm>
          <a:custGeom>
            <a:avLst/>
            <a:gdLst/>
            <a:ahLst/>
            <a:cxnLst/>
            <a:rect l="l" t="t" r="r" b="b"/>
            <a:pathLst>
              <a:path w="9284090" h="3750902">
                <a:moveTo>
                  <a:pt x="0" y="0"/>
                </a:moveTo>
                <a:lnTo>
                  <a:pt x="9284090" y="0"/>
                </a:lnTo>
                <a:lnTo>
                  <a:pt x="9284090" y="3750902"/>
                </a:lnTo>
                <a:lnTo>
                  <a:pt x="0" y="375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72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EEC803E-DD1A-D5F2-4BA4-7467FC44F557}"/>
              </a:ext>
            </a:extLst>
          </p:cNvPr>
          <p:cNvSpPr/>
          <p:nvPr/>
        </p:nvSpPr>
        <p:spPr>
          <a:xfrm>
            <a:off x="6096000" y="972403"/>
            <a:ext cx="5851014" cy="3937925"/>
          </a:xfrm>
          <a:custGeom>
            <a:avLst/>
            <a:gdLst/>
            <a:ahLst/>
            <a:cxnLst/>
            <a:rect l="l" t="t" r="r" b="b"/>
            <a:pathLst>
              <a:path w="7078058" h="5760818">
                <a:moveTo>
                  <a:pt x="0" y="0"/>
                </a:moveTo>
                <a:lnTo>
                  <a:pt x="7078058" y="0"/>
                </a:lnTo>
                <a:lnTo>
                  <a:pt x="7078058" y="5760817"/>
                </a:lnTo>
                <a:lnTo>
                  <a:pt x="0" y="57608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6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4747F95-EBF9-3A39-29C7-3F00B53D7299}"/>
              </a:ext>
            </a:extLst>
          </p:cNvPr>
          <p:cNvSpPr txBox="1"/>
          <p:nvPr/>
        </p:nvSpPr>
        <p:spPr>
          <a:xfrm>
            <a:off x="1191006" y="54888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 et performance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B043996-6349-BF54-410F-C22F0F513EDE}"/>
              </a:ext>
            </a:extLst>
          </p:cNvPr>
          <p:cNvSpPr txBox="1"/>
          <p:nvPr/>
        </p:nvSpPr>
        <p:spPr>
          <a:xfrm>
            <a:off x="1162202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771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08C2F0-8FF3-8528-95C0-1E1C0F3F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Sentiment &amp; Stance Analysis Component (ML Model)</a:t>
            </a: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A4A8196-BD26-0AEE-3A65-C924424491FA}"/>
              </a:ext>
            </a:extLst>
          </p:cNvPr>
          <p:cNvSpPr txBox="1"/>
          <p:nvPr/>
        </p:nvSpPr>
        <p:spPr>
          <a:xfrm>
            <a:off x="1036320" y="1669477"/>
            <a:ext cx="8775032" cy="322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364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Analyse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 de la Matrice de Confusion</a:t>
            </a:r>
          </a:p>
          <a:p>
            <a:pPr algn="l">
              <a:lnSpc>
                <a:spcPts val="6364"/>
              </a:lnSpc>
              <a:spcBef>
                <a:spcPct val="0"/>
              </a:spcBef>
            </a:pPr>
            <a:r>
              <a:rPr 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Diagonale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 forte :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Preuve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de la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robustesse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du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modèle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.</a:t>
            </a:r>
          </a:p>
          <a:p>
            <a:pPr algn="l">
              <a:lnSpc>
                <a:spcPts val="6364"/>
              </a:lnSpc>
              <a:spcBef>
                <a:spcPct val="0"/>
              </a:spcBef>
            </a:pPr>
            <a:r>
              <a:rPr 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Analyse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 des </a:t>
            </a:r>
            <a:r>
              <a:rPr lang="en-US" sz="1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erreurs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 :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Marginales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seulement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7 confusions entre Neutral et Against)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.</a:t>
            </a:r>
          </a:p>
          <a:p>
            <a:pPr algn="l">
              <a:lnSpc>
                <a:spcPts val="6364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 Bold"/>
                <a:cs typeface="Times New Roman" panose="02020603050405020304" pitchFamily="18" charset="0"/>
                <a:sym typeface="Times New Roman MT Condensed Bold"/>
              </a:rPr>
              <a:t>Conclusion technique 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Le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modèle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est prêt pour la production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en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 temps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réel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Condensed"/>
                <a:cs typeface="Times New Roman" panose="02020603050405020304" pitchFamily="18" charset="0"/>
                <a:sym typeface="Times New Roman MT Condensed"/>
              </a:rPr>
              <a:t>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34CE3FD-E86A-0E48-B6A3-926ACA47DBA6}"/>
              </a:ext>
            </a:extLst>
          </p:cNvPr>
          <p:cNvSpPr txBox="1"/>
          <p:nvPr/>
        </p:nvSpPr>
        <p:spPr>
          <a:xfrm>
            <a:off x="1162202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95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FE79E4-0AB5-0814-B613-3E635F135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Sentiment &amp; Stance Analysis Component (ML Model)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FE799F-AC19-2563-87B8-B64CA0055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F7DA06BD-637C-12D5-7B1B-4B4C44B70586}"/>
              </a:ext>
            </a:extLst>
          </p:cNvPr>
          <p:cNvSpPr/>
          <p:nvPr/>
        </p:nvSpPr>
        <p:spPr>
          <a:xfrm>
            <a:off x="2091387" y="1887171"/>
            <a:ext cx="7004487" cy="1761699"/>
          </a:xfrm>
          <a:custGeom>
            <a:avLst/>
            <a:gdLst/>
            <a:ahLst/>
            <a:cxnLst/>
            <a:rect l="l" t="t" r="r" b="b"/>
            <a:pathLst>
              <a:path w="12239035" h="3150047">
                <a:moveTo>
                  <a:pt x="0" y="0"/>
                </a:moveTo>
                <a:lnTo>
                  <a:pt x="12239036" y="0"/>
                </a:lnTo>
                <a:lnTo>
                  <a:pt x="12239036" y="3150047"/>
                </a:lnTo>
                <a:lnTo>
                  <a:pt x="0" y="3150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6DBDB54E-9F38-C0EC-B481-0D239EFA45B4}"/>
              </a:ext>
            </a:extLst>
          </p:cNvPr>
          <p:cNvSpPr/>
          <p:nvPr/>
        </p:nvSpPr>
        <p:spPr>
          <a:xfrm>
            <a:off x="1315453" y="3984580"/>
            <a:ext cx="9779267" cy="1992888"/>
          </a:xfrm>
          <a:custGeom>
            <a:avLst/>
            <a:gdLst/>
            <a:ahLst/>
            <a:cxnLst/>
            <a:rect l="l" t="t" r="r" b="b"/>
            <a:pathLst>
              <a:path w="14985662" h="2199519">
                <a:moveTo>
                  <a:pt x="0" y="0"/>
                </a:moveTo>
                <a:lnTo>
                  <a:pt x="14985661" y="0"/>
                </a:lnTo>
                <a:lnTo>
                  <a:pt x="14985661" y="2199519"/>
                </a:lnTo>
                <a:lnTo>
                  <a:pt x="0" y="21995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4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BAFB5DC-FCB2-3451-73EC-7276E6581E03}"/>
              </a:ext>
            </a:extLst>
          </p:cNvPr>
          <p:cNvSpPr txBox="1"/>
          <p:nvPr/>
        </p:nvSpPr>
        <p:spPr>
          <a:xfrm>
            <a:off x="1162202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88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0A8DB-C32F-A206-EA71-B870CD57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Conclusion et </a:t>
            </a:r>
            <a:r>
              <a:rPr lang="en-US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Intégration</a:t>
            </a:r>
            <a:r>
              <a:rPr lang="en-US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Finale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D8EA74-BCC5-D717-9FB6-A9612C813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4E5BF24-EC3B-BD5E-573D-9B4226BC78CA}"/>
              </a:ext>
            </a:extLst>
          </p:cNvPr>
          <p:cNvSpPr txBox="1"/>
          <p:nvPr/>
        </p:nvSpPr>
        <p:spPr>
          <a:xfrm>
            <a:off x="1347536" y="2005638"/>
            <a:ext cx="8726905" cy="322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364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Succès :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Création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d'un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classifieur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fiable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à 95%.</a:t>
            </a:r>
          </a:p>
          <a:p>
            <a:pPr algn="l">
              <a:lnSpc>
                <a:spcPts val="6364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Pipeline </a:t>
            </a:r>
            <a:r>
              <a:rPr lang="en-US" sz="1800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complet</a:t>
            </a:r>
            <a:r>
              <a:rPr lang="en-US" sz="1800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: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Intégration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réussie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depuis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MongoDB (source) .</a:t>
            </a:r>
          </a:p>
          <a:p>
            <a:pPr algn="l">
              <a:lnSpc>
                <a:spcPts val="6364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Impact :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Permet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une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veille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stratégique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précise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sur la perception de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l'IA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.</a:t>
            </a:r>
          </a:p>
          <a:p>
            <a:pPr algn="l">
              <a:lnSpc>
                <a:spcPts val="6364"/>
              </a:lnSpc>
              <a:spcBef>
                <a:spcPct val="0"/>
              </a:spcBef>
            </a:pPr>
            <a:r>
              <a:rPr lang="en-US" sz="1800" b="1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Prochaine</a:t>
            </a:r>
            <a:r>
              <a:rPr lang="en-US" sz="1800" b="1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étape :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Déploiement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du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modèle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pour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l'analyse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en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streaming </a:t>
            </a:r>
            <a:r>
              <a:rPr lang="en-US" sz="1800" dirty="0" err="1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continu</a:t>
            </a:r>
            <a:r>
              <a:rPr lang="en-US" sz="1800" dirty="0">
                <a:solidFill>
                  <a:srgbClr val="000000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 via Kafka.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BEDF3E1-F31C-6ED4-0366-C1F0985681EF}"/>
              </a:ext>
            </a:extLst>
          </p:cNvPr>
          <p:cNvSpPr txBox="1"/>
          <p:nvPr/>
        </p:nvSpPr>
        <p:spPr>
          <a:xfrm>
            <a:off x="1162202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977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EAD2C6-6719-020C-A92C-E11015AFB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du Réseau Social - Présentation des Résultat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5C083F-3167-1291-C14B-29E92F4F8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du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grapheetextraction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métriquesclés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pourcomprendreles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interactionset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l'influence au sein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dela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communauté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74BDD7-A78C-0BB1-3B54-1F3A3CFCAFB2}"/>
              </a:ext>
            </a:extLst>
          </p:cNvPr>
          <p:cNvSpPr txBox="1"/>
          <p:nvPr/>
        </p:nvSpPr>
        <p:spPr>
          <a:xfrm>
            <a:off x="1162202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6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B1746C-B078-89F8-E76C-45458591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Méthodologie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E4C754-9333-60C8-6F01-7839B45F4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Contenu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structuré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en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2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colonnes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ou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avec des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puces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/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icônes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) :</a:t>
            </a:r>
          </a:p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                 1. Construction du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Graphe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: Données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utilisateurs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réponses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, mentions.</a:t>
            </a:r>
          </a:p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                 2.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Calcul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des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Centralités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: Degree (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activité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), Betweenness (influence).</a:t>
            </a:r>
          </a:p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                 3.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Détection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Communautés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: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Algorithme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 de clustering pour identifier les </a:t>
            </a:r>
            <a:r>
              <a:rPr lang="en-US" dirty="0" err="1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groupes</a:t>
            </a:r>
            <a:r>
              <a:rPr lang="en-US" dirty="0">
                <a:solidFill>
                  <a:srgbClr val="000000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.</a:t>
            </a:r>
          </a:p>
          <a:p>
            <a:pPr>
              <a:lnSpc>
                <a:spcPts val="4059"/>
              </a:lnSpc>
              <a:spcBef>
                <a:spcPct val="0"/>
              </a:spcBef>
            </a:pPr>
            <a:endParaRPr lang="en-US" dirty="0">
              <a:solidFill>
                <a:srgbClr val="000000"/>
              </a:solidFill>
              <a:latin typeface="Times New Roman MT Condensed Bold"/>
              <a:ea typeface="Times New Roman MT Condensed Bold"/>
              <a:cs typeface="Times New Roman MT Condensed Bold"/>
              <a:sym typeface="Times New Roman MT Condensed Bold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DF7E9D2-4CD5-313B-449D-80263DAA32D6}"/>
              </a:ext>
            </a:extLst>
          </p:cNvPr>
          <p:cNvSpPr txBox="1"/>
          <p:nvPr/>
        </p:nvSpPr>
        <p:spPr>
          <a:xfrm>
            <a:off x="11622024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893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02D504-1C10-F1A0-C056-B158931A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E81AD5-2D2A-F1F0-D8B4-172F9560E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0ABF512-BAA2-3EA0-E5B1-3C471687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128" y="1456286"/>
            <a:ext cx="6450608" cy="402336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8D86346-AEEE-2CF1-4B05-552325786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1600200"/>
            <a:ext cx="6220968" cy="412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018325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1750</TotalTime>
  <Words>918</Words>
  <Application>Microsoft Office PowerPoint</Application>
  <PresentationFormat>Grand écran</PresentationFormat>
  <Paragraphs>120</Paragraphs>
  <Slides>25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Times New Roman Bold</vt:lpstr>
      <vt:lpstr>Times New Roman MT Condensed</vt:lpstr>
      <vt:lpstr>Times New Roman MT Condensed Bold</vt:lpstr>
      <vt:lpstr>Rétrospective</vt:lpstr>
      <vt:lpstr>Présentation PowerPoint</vt:lpstr>
      <vt:lpstr>PLAN</vt:lpstr>
      <vt:lpstr> Collecte et streaming de données </vt:lpstr>
      <vt:lpstr> Collecte et streaming de données </vt:lpstr>
      <vt:lpstr> Collecte et streaming de données </vt:lpstr>
      <vt:lpstr>Présentation PowerPoint</vt:lpstr>
      <vt:lpstr>Présentation PowerPoint</vt:lpstr>
      <vt:lpstr>Nettoyage et Prétraitement des Données.</vt:lpstr>
      <vt:lpstr>Nettoyage et Prétraitement des Données.</vt:lpstr>
      <vt:lpstr>Nettoyage et Prétraitement des Données.</vt:lpstr>
      <vt:lpstr>Nettoyage et Prétraitement des Données.</vt:lpstr>
      <vt:lpstr>Nettoyage et Prétraitement des Données.</vt:lpstr>
      <vt:lpstr>Présentation PowerPoint</vt:lpstr>
      <vt:lpstr>Présentation PowerPoint</vt:lpstr>
      <vt:lpstr>Sentiment &amp; Stance Analysis Component (ML Model)</vt:lpstr>
      <vt:lpstr>Sentiment &amp; Stance Analysis Component (ML Model)</vt:lpstr>
      <vt:lpstr>Sentiment &amp; Stance Analysis Component (ML Model)</vt:lpstr>
      <vt:lpstr>Sentiment &amp; Stance Analysis Component (ML Model)</vt:lpstr>
      <vt:lpstr>Présentation PowerPoint</vt:lpstr>
      <vt:lpstr>Sentiment &amp; Stance Analysis Component (ML Model)</vt:lpstr>
      <vt:lpstr>Sentiment &amp; Stance Analysis Component (ML Model)</vt:lpstr>
      <vt:lpstr> Conclusion et Intégration Finale</vt:lpstr>
      <vt:lpstr>Analyse du Réseau Social - Présentation des Résultat</vt:lpstr>
      <vt:lpstr>Méthodologie &amp; Calculs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essf</dc:creator>
  <cp:lastModifiedBy>saad essf</cp:lastModifiedBy>
  <cp:revision>1</cp:revision>
  <dcterms:created xsi:type="dcterms:W3CDTF">2026-01-20T13:03:57Z</dcterms:created>
  <dcterms:modified xsi:type="dcterms:W3CDTF">2026-01-21T18:14:38Z</dcterms:modified>
</cp:coreProperties>
</file>